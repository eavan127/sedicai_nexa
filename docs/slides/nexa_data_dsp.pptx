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dataset is 128,400 windows across eight classes and six SNR bins, from minus ten to plus ten decibels. Civilian modulations come from RadioML. Radar comes from RadChar - every standalone radar window is real third-party data. FHSS, jamming and the empty channel we generate ourselves, because no public raw-IQ dataset covers them.
Everything is forced through one DSP contract: 512 samples at 3.2 megahertz - a 160-microsecond window - normalised to zero mean and unit variance. Raw window power varies by eighteen decibels across our SNR range, and the slope differs per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28016"/>
            <a:ext cx="960120" cy="402336"/>
          </a:xfrm>
          <a:prstGeom prst="roundRect">
            <a:avLst>
              <a:gd name="adj" fmla="val 45455"/>
            </a:avLst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713232"/>
            <a:ext cx="365760" cy="365760"/>
          </a:xfrm>
          <a:prstGeom prst="ellipse">
            <a:avLst/>
          </a:prstGeom>
          <a:solidFill>
            <a:srgbClr val="2E7DBA"/>
          </a:solidFill>
          <a:ln w="12700">
            <a:solidFill>
              <a:srgbClr val="2E7D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6327648"/>
            <a:ext cx="1234440" cy="658368"/>
          </a:xfrm>
          <a:prstGeom prst="roundRect">
            <a:avLst>
              <a:gd name="adj" fmla="val 34722"/>
            </a:avLst>
          </a:prstGeom>
          <a:solidFill>
            <a:srgbClr val="B0281A"/>
          </a:solidFill>
          <a:ln w="12700">
            <a:solidFill>
              <a:srgbClr val="B028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274320"/>
            <a:ext cx="8778240" cy="64008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91640" y="2743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AND DSP CONTRACT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1155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128,400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007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2E7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407408" y="11155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407408" y="17007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0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CLASSES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129016" y="11155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8129016" y="17007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SNR BINS · −10 TO +10 dB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139696"/>
            <a:ext cx="5989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DATA COMES FROM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139696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FORMAT CONTRACT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5400000">
            <a:off x="685800" y="2679192"/>
            <a:ext cx="566928" cy="530352"/>
          </a:xfrm>
          <a:prstGeom prst="hexagon">
            <a:avLst/>
          </a:prstGeom>
          <a:solidFill>
            <a:srgbClr val="2E7DBA"/>
          </a:solidFill>
          <a:ln w="12700">
            <a:solidFill>
              <a:srgbClr val="2E7DB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67919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2432304"/>
            <a:ext cx="5303520" cy="1024128"/>
          </a:xfrm>
          <a:prstGeom prst="roundRect">
            <a:avLst>
              <a:gd name="adj" fmla="val 10714"/>
            </a:avLst>
          </a:prstGeom>
          <a:solidFill>
            <a:srgbClr val="F7F7F7"/>
          </a:solidFill>
          <a:ln w="15875">
            <a:solidFill>
              <a:srgbClr val="2E7DB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00200" y="25146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RADIOML 2018.01A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27614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Civilian modulations, third-party dataset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00200" y="3035808"/>
            <a:ext cx="1129284" cy="310896"/>
          </a:xfrm>
          <a:prstGeom prst="roundRect">
            <a:avLst>
              <a:gd name="adj" fmla="val 147059"/>
            </a:avLst>
          </a:prstGeom>
          <a:solidFill>
            <a:srgbClr val="2E7DBA"/>
          </a:solidFill>
          <a:ln w="12700">
            <a:solidFill>
              <a:srgbClr val="2E7DB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00200" y="3035808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BPSK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39212" y="3035808"/>
            <a:ext cx="1129284" cy="310896"/>
          </a:xfrm>
          <a:prstGeom prst="roundRect">
            <a:avLst>
              <a:gd name="adj" fmla="val 147059"/>
            </a:avLst>
          </a:prstGeom>
          <a:solidFill>
            <a:srgbClr val="2E7DBA"/>
          </a:solidFill>
          <a:ln w="12700">
            <a:solidFill>
              <a:srgbClr val="2E7DB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39212" y="3035808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QPSK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078224" y="3035808"/>
            <a:ext cx="1129284" cy="310896"/>
          </a:xfrm>
          <a:prstGeom prst="roundRect">
            <a:avLst>
              <a:gd name="adj" fmla="val 147059"/>
            </a:avLst>
          </a:prstGeom>
          <a:solidFill>
            <a:srgbClr val="2E7DBA"/>
          </a:solidFill>
          <a:ln w="12700">
            <a:solidFill>
              <a:srgbClr val="2E7DB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78224" y="3035808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16QAM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17236" y="3035808"/>
            <a:ext cx="1129284" cy="310896"/>
          </a:xfrm>
          <a:prstGeom prst="roundRect">
            <a:avLst>
              <a:gd name="adj" fmla="val 147059"/>
            </a:avLst>
          </a:prstGeom>
          <a:solidFill>
            <a:srgbClr val="2E7DBA"/>
          </a:solidFill>
          <a:ln w="12700">
            <a:solidFill>
              <a:srgbClr val="2E7DB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17236" y="3035808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64QAM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 rot="5400000">
            <a:off x="685800" y="3840480"/>
            <a:ext cx="566928" cy="530352"/>
          </a:xfrm>
          <a:prstGeom prst="hexagon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84048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371600" y="3593592"/>
            <a:ext cx="5303520" cy="1024128"/>
          </a:xfrm>
          <a:prstGeom prst="roundRect">
            <a:avLst>
              <a:gd name="adj" fmla="val 10714"/>
            </a:avLst>
          </a:prstGeom>
          <a:solidFill>
            <a:srgbClr val="F7F7F7"/>
          </a:solidFill>
          <a:ln w="15875">
            <a:solidFill>
              <a:srgbClr val="F0A02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600200" y="36758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RADCHAR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392277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standalone radar window is real third-party data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600200" y="4197096"/>
            <a:ext cx="4846320" cy="310896"/>
          </a:xfrm>
          <a:prstGeom prst="roundRect">
            <a:avLst>
              <a:gd name="adj" fmla="val 147059"/>
            </a:avLst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600200" y="419709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LFM RADAR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rot="5400000">
            <a:off x="685800" y="5001768"/>
            <a:ext cx="566928" cy="530352"/>
          </a:xfrm>
          <a:prstGeom prst="hexagon">
            <a:avLst/>
          </a:prstGeom>
          <a:solidFill>
            <a:srgbClr val="B0281A"/>
          </a:solidFill>
          <a:ln w="12700">
            <a:solidFill>
              <a:srgbClr val="B0281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500176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371600" y="4754880"/>
            <a:ext cx="5303520" cy="1024128"/>
          </a:xfrm>
          <a:prstGeom prst="roundRect">
            <a:avLst>
              <a:gd name="adj" fmla="val 10714"/>
            </a:avLst>
          </a:prstGeom>
          <a:solidFill>
            <a:srgbClr val="F7F7F7"/>
          </a:solidFill>
          <a:ln w="15875">
            <a:solidFill>
              <a:srgbClr val="B0281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600200" y="483717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OWN GENERATORS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600200" y="50840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raw-IQ dataset covers these three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600200" y="5358384"/>
            <a:ext cx="1542288" cy="310896"/>
          </a:xfrm>
          <a:prstGeom prst="roundRect">
            <a:avLst>
              <a:gd name="adj" fmla="val 147059"/>
            </a:avLst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600200" y="5358384"/>
            <a:ext cx="1542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FHSS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52216" y="5358384"/>
            <a:ext cx="1542288" cy="310896"/>
          </a:xfrm>
          <a:prstGeom prst="roundRect">
            <a:avLst>
              <a:gd name="adj" fmla="val 147059"/>
            </a:avLst>
          </a:prstGeom>
          <a:solidFill>
            <a:srgbClr val="B0281A"/>
          </a:solidFill>
          <a:ln w="12700">
            <a:solidFill>
              <a:srgbClr val="B0281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252216" y="5358384"/>
            <a:ext cx="1542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JAMMING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04232" y="5358384"/>
            <a:ext cx="1542288" cy="310896"/>
          </a:xfrm>
          <a:prstGeom prst="roundRect">
            <a:avLst>
              <a:gd name="adj" fmla="val 147059"/>
            </a:avLst>
          </a:prstGeom>
          <a:solidFill>
            <a:srgbClr val="2E8B22"/>
          </a:solidFill>
          <a:ln w="12700">
            <a:solidFill>
              <a:srgbClr val="2E8B2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904232" y="5358384"/>
            <a:ext cx="1542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FLOOR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086600" y="2432304"/>
            <a:ext cx="4434840" cy="3346704"/>
          </a:xfrm>
          <a:prstGeom prst="roundRect">
            <a:avLst>
              <a:gd name="adj" fmla="val 3279"/>
            </a:avLst>
          </a:prstGeom>
          <a:solidFill>
            <a:srgbClr val="F7F7F7"/>
          </a:solidFill>
          <a:ln w="15875">
            <a:solidFill>
              <a:srgbClr val="D6D6D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360920" y="267004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RATE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7360920" y="288950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MHz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360920" y="3291840"/>
            <a:ext cx="3886200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360920" y="345643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LENGTH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7360920" y="367588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 samples  =  160 µs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360920" y="4078224"/>
            <a:ext cx="3886200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360920" y="424281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7360920" y="446227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512  (I and Q)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360920" y="4864608"/>
            <a:ext cx="3886200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360920" y="50292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NORMALISATION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7360920" y="524865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mean, unit variance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85800" y="6126480"/>
            <a:ext cx="182880" cy="18288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87552" y="605332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normalisation matters:  </a:t>
            </a:r>
            <a:pPr indent="0" marL="0">
              <a:buNone/>
            </a:pPr>
            <a:r>
              <a:rPr lang="en-US" sz="11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window power varies by 18 dB across the SNR range, and the slope differs per class — otherwise the model learns loudness, not signal.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NEXA - Dataset and DSP Contract</dc:title>
  <dc:subject>PptxGenJS Presentation</dc:subject>
  <dc:creator>PptxGenJS</dc:creator>
  <cp:lastModifiedBy>PptxGenJS</cp:lastModifiedBy>
  <cp:revision>1</cp:revision>
  <dcterms:created xsi:type="dcterms:W3CDTF">2026-09-09T07:29:25Z</dcterms:created>
  <dcterms:modified xsi:type="dcterms:W3CDTF">2026-09-09T07:29:25Z</dcterms:modified>
</cp:coreProperties>
</file>